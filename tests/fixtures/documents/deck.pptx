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bootc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RHEL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Image mode for every workload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